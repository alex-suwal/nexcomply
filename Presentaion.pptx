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5B2C3F4-2C48-492B-BE11-719DA4A17BB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7DA2-987E-4ADC-8352-3FEF781A5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696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C3F4-2C48-492B-BE11-719DA4A17BB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7DA2-987E-4ADC-8352-3FEF781A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17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C3F4-2C48-492B-BE11-719DA4A17BB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7DA2-987E-4ADC-8352-3FEF781A5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032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C3F4-2C48-492B-BE11-719DA4A17BB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7DA2-987E-4ADC-8352-3FEF781A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9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C3F4-2C48-492B-BE11-719DA4A17BB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7DA2-987E-4ADC-8352-3FEF781A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3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C3F4-2C48-492B-BE11-719DA4A17BB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7DA2-987E-4ADC-8352-3FEF781A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4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C3F4-2C48-492B-BE11-719DA4A17BB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7DA2-987E-4ADC-8352-3FEF781A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90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C3F4-2C48-492B-BE11-719DA4A17BB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7DA2-987E-4ADC-8352-3FEF781A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26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C3F4-2C48-492B-BE11-719DA4A17BB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7DA2-987E-4ADC-8352-3FEF781A5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75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C3F4-2C48-492B-BE11-719DA4A17BB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7DA2-987E-4ADC-8352-3FEF781A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218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C3F4-2C48-492B-BE11-719DA4A17BB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7DA2-987E-4ADC-8352-3FEF781A51C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42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5B2C3F4-2C48-492B-BE11-719DA4A17BB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5B77DA2-987E-4ADC-8352-3FEF781A51C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058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1D14-739E-72D0-FFF2-DE7E182C62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b="1" dirty="0" err="1"/>
              <a:t>Nexcomply</a:t>
            </a:r>
            <a:r>
              <a:rPr lang="en-US" sz="2400" b="1" dirty="0"/>
              <a:t> v2.0: AI-Powered Compliance Gap Analysis System</a:t>
            </a:r>
            <a:br>
              <a:rPr lang="en-US" sz="2400" dirty="0"/>
            </a:br>
            <a:r>
              <a:rPr lang="en-US" sz="2400" dirty="0"/>
              <a:t>Viva Presentation</a:t>
            </a:r>
            <a:br>
              <a:rPr lang="en-US" sz="2400" dirty="0"/>
            </a:br>
            <a:r>
              <a:rPr lang="en-US" sz="2400" b="1" dirty="0"/>
              <a:t>Name:</a:t>
            </a:r>
            <a:r>
              <a:rPr lang="en-US" sz="2400" dirty="0"/>
              <a:t> Alex Suwal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01FFC-C2EA-9F85-2E81-09AF6A816B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3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148BB-2FA9-DA61-C79D-E41D30CB3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506A0-8EA2-F2D3-6D2D-EA9EF5C67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Organizations face challenges in compliance management: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Manual comparison of frameworks vs internal policies is slow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Gaps are missed due to document volume and complexity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Reporting is inconsistent and time-consuming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Audit readiness is difficult without centralized tracking</a:t>
            </a:r>
          </a:p>
          <a:p>
            <a:r>
              <a:rPr lang="en-US" b="1" dirty="0"/>
              <a:t>Need:</a:t>
            </a:r>
            <a:r>
              <a:rPr lang="en-US" dirty="0"/>
              <a:t> An intelligent system to automate analysis, track gaps, and generate audit-ready reports.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266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194DF-6E8B-CAC4-1A5D-82C1E0EE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38256-1096-5A3E-B8F3-A61AA3AF9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system to: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Ingest compliance frameworks and policy documents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Extract and process document text (PDF/Excel/Image)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Detect compliance gaps using similarity-based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Classify severity (Critical/High/Medium/Low/None)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Generate reports in PDF, Excel, and HTML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Provide dashboards, history, and admin controls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860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FE452-DEFA-C786-92AA-D8942CBC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Proposed Solution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40A98-1F10-656A-CD1E-131FC347D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Nexcomply</a:t>
            </a:r>
            <a:r>
              <a:rPr lang="en-US" dirty="0"/>
              <a:t> provides: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Document Management:</a:t>
            </a:r>
            <a:r>
              <a:rPr lang="en-US" dirty="0"/>
              <a:t> upload, preview, categorize documents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AI Analysis Pipeline:</a:t>
            </a:r>
            <a:r>
              <a:rPr lang="en-US" dirty="0"/>
              <a:t> summarization + embeddings + gap detection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Fallback Mode:</a:t>
            </a:r>
            <a:r>
              <a:rPr lang="en-US" dirty="0"/>
              <a:t> TF-IDF similarity when embedding model is unavailable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Reporting Engine:</a:t>
            </a:r>
            <a:r>
              <a:rPr lang="en-US" dirty="0"/>
              <a:t> downloadable multi-format compliance reports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Audit Trail:</a:t>
            </a:r>
            <a:r>
              <a:rPr lang="en-US" dirty="0"/>
              <a:t> user login/activity logs and saved analysis history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08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E772C-2B89-0ABB-37E5-DFF999E5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Feature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FC52C-6695-EFEB-7496-6015BA807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Compliance gap validation against selected framework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Interactive dashboard with metrics and visualizations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Multi-format report export (PDF/Excel/HTML)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Role-based access (Admin, Auditor, Analyst, Viewer)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Admin panel for users, documents, configs, and logs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448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3F81-F5B1-0DFE-6A36-4352AB58C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Architecture 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980F7-21E2-2707-EEF2-347DEA40E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2900" b="1" dirty="0"/>
              <a:t>Input Layer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dirty="0" err="1"/>
              <a:t>Streamlit</a:t>
            </a:r>
            <a:r>
              <a:rPr lang="en-US" sz="2900" dirty="0"/>
              <a:t> UI pages (Dashboard, Documents, Analysis, Reports, Admin, Knowledge Library)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dirty="0"/>
              <a:t>Document ingestion from Frameworks/ and New Format Policy Docs/</a:t>
            </a:r>
          </a:p>
          <a:p>
            <a:r>
              <a:rPr lang="en-US" sz="2900" b="1" dirty="0"/>
              <a:t>Processing Layer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dirty="0"/>
              <a:t>parser.py (text extraction / parsing)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dirty="0"/>
              <a:t>summarizer.py (document summarization)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dirty="0"/>
              <a:t>embeddings.py + gap_detector.py (similarity + severity)</a:t>
            </a:r>
          </a:p>
          <a:p>
            <a:r>
              <a:rPr lang="en-US" sz="2900" b="1" dirty="0"/>
              <a:t>Storage Layer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dirty="0"/>
              <a:t>SQLite database: data/</a:t>
            </a:r>
            <a:r>
              <a:rPr lang="en-US" sz="2900" dirty="0" err="1"/>
              <a:t>nexcomply.db</a:t>
            </a:r>
            <a:endParaRPr lang="en-US" sz="2900" dirty="0"/>
          </a:p>
          <a:p>
            <a:r>
              <a:rPr lang="en-US" sz="2900" b="1" dirty="0"/>
              <a:t>Output Layer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dirty="0"/>
              <a:t>Visual dashboards (visualizations.py)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dirty="0"/>
              <a:t>Reports (report_generator.py) in PDF/Excel/HTML</a:t>
            </a:r>
          </a:p>
          <a:p>
            <a:r>
              <a:rPr lang="en-US" sz="2900" b="1" dirty="0"/>
              <a:t>Flow:</a:t>
            </a:r>
            <a:r>
              <a:rPr lang="en-US" sz="2900" dirty="0"/>
              <a:t> Upload → Parse/Summarize → Similarity Analysis → Severity → Save DB → Report/Dashboard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59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2F12C-9987-5A94-5B17-3E1F7644E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 Stack &amp; 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C211E-383B-2ACE-02C6-F37B12CE6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Language:</a:t>
            </a:r>
            <a:r>
              <a:rPr lang="en-US" dirty="0"/>
              <a:t> Python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Framework/UI:</a:t>
            </a:r>
            <a:r>
              <a:rPr lang="en-US" dirty="0"/>
              <a:t> </a:t>
            </a:r>
            <a:r>
              <a:rPr lang="en-US" dirty="0" err="1"/>
              <a:t>Streamlit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Data &amp; Processing:</a:t>
            </a:r>
            <a:r>
              <a:rPr lang="en-US" dirty="0"/>
              <a:t> pandas, </a:t>
            </a:r>
            <a:r>
              <a:rPr lang="en-US" dirty="0" err="1"/>
              <a:t>numpy</a:t>
            </a:r>
            <a:r>
              <a:rPr lang="en-US" dirty="0"/>
              <a:t>, scikit-learn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NLP/AI:</a:t>
            </a:r>
            <a:r>
              <a:rPr lang="en-US" dirty="0"/>
              <a:t> transformers, sentence-transformers, torch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Document Handling:</a:t>
            </a:r>
            <a:r>
              <a:rPr lang="en-US" dirty="0"/>
              <a:t> </a:t>
            </a:r>
            <a:r>
              <a:rPr lang="en-US" dirty="0" err="1"/>
              <a:t>pdfplumber</a:t>
            </a:r>
            <a:r>
              <a:rPr lang="en-US" dirty="0"/>
              <a:t>, </a:t>
            </a:r>
            <a:r>
              <a:rPr lang="en-US" dirty="0" err="1"/>
              <a:t>pytesseract</a:t>
            </a:r>
            <a:r>
              <a:rPr lang="en-US" dirty="0"/>
              <a:t>, Pillow, </a:t>
            </a:r>
            <a:r>
              <a:rPr lang="en-US" dirty="0" err="1"/>
              <a:t>openpyxl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Reporting:</a:t>
            </a:r>
            <a:r>
              <a:rPr lang="en-US" dirty="0"/>
              <a:t> fpdf2 (PDF), Excel writer, HTML generation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Visualization:</a:t>
            </a:r>
            <a:r>
              <a:rPr lang="en-US" dirty="0"/>
              <a:t> </a:t>
            </a:r>
            <a:r>
              <a:rPr lang="en-US" dirty="0" err="1"/>
              <a:t>plotly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Security/Auth:</a:t>
            </a:r>
            <a:r>
              <a:rPr lang="en-US" dirty="0"/>
              <a:t> </a:t>
            </a:r>
            <a:r>
              <a:rPr lang="en-US" dirty="0" err="1"/>
              <a:t>bcrypt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Database:</a:t>
            </a:r>
            <a:r>
              <a:rPr lang="en-US" dirty="0"/>
              <a:t> SQLite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85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2DB0-63FB-FCBF-3C4C-547FFBD2B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Workflow /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F1AD1-7089-453E-185A-AFBA05C58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User selects </a:t>
            </a:r>
            <a:r>
              <a:rPr lang="en-US" b="1" dirty="0"/>
              <a:t>framework + policies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System extracts </a:t>
            </a:r>
            <a:r>
              <a:rPr lang="en-US" b="1" dirty="0"/>
              <a:t>requirements</a:t>
            </a:r>
            <a:r>
              <a:rPr lang="en-US" dirty="0"/>
              <a:t> and </a:t>
            </a:r>
            <a:r>
              <a:rPr lang="en-US" b="1" dirty="0"/>
              <a:t>policy text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Optional summarization for long content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Similarity analysis:</a:t>
            </a:r>
          </a:p>
          <a:p>
            <a:pPr lvl="1"/>
            <a:r>
              <a:rPr lang="en-US" dirty="0"/>
              <a:t>Primary: </a:t>
            </a:r>
            <a:r>
              <a:rPr lang="en-US" b="1" dirty="0"/>
              <a:t>sentence embeddings + cosine similarity</a:t>
            </a:r>
            <a:endParaRPr lang="en-US" dirty="0"/>
          </a:p>
          <a:p>
            <a:pPr lvl="1"/>
            <a:r>
              <a:rPr lang="en-US" dirty="0"/>
              <a:t>Fallback: </a:t>
            </a:r>
            <a:r>
              <a:rPr lang="en-US" b="1" dirty="0"/>
              <a:t>TF-IDF chunk-based cosine similarity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Gap severity assigned by thresholds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Gap exists if score &lt; selected threshold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Results saved to DB and visualized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Reports generated and exported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557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043E-10F0-A7DE-D7AE-CCB431ED4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B733D-6248-CCA6-6EB4-385257606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Nexcomply</a:t>
            </a:r>
            <a:r>
              <a:rPr lang="en-US" dirty="0"/>
              <a:t> v2.0 automates compliance gap analysis and reporting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Uses AI + similarity analysis for faster, structured decision support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Centralizes workflow: documents, analysis, visualization, reporting, admin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Next step: production deployment with integrations and expanded testing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0265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</TotalTime>
  <Words>514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Tw Cen MT</vt:lpstr>
      <vt:lpstr>Tw Cen MT Condensed</vt:lpstr>
      <vt:lpstr>Wingdings</vt:lpstr>
      <vt:lpstr>Wingdings 3</vt:lpstr>
      <vt:lpstr>Integral</vt:lpstr>
      <vt:lpstr>Nexcomply v2.0: AI-Powered Compliance Gap Analysis System Viva Presentation Name: Alex Suwal  </vt:lpstr>
      <vt:lpstr>Problem Statement</vt:lpstr>
      <vt:lpstr>Objectives</vt:lpstr>
      <vt:lpstr>Proposed Solution </vt:lpstr>
      <vt:lpstr>Key Feature</vt:lpstr>
      <vt:lpstr>System Architecture  </vt:lpstr>
      <vt:lpstr>Tech Stack &amp; Tools</vt:lpstr>
      <vt:lpstr>Core Workflow / Algorithm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Suwal</dc:creator>
  <cp:lastModifiedBy>Alex Suwal</cp:lastModifiedBy>
  <cp:revision>1</cp:revision>
  <dcterms:created xsi:type="dcterms:W3CDTF">2026-05-16T16:14:05Z</dcterms:created>
  <dcterms:modified xsi:type="dcterms:W3CDTF">2026-05-16T16:28:28Z</dcterms:modified>
</cp:coreProperties>
</file>